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61" r:id="rId4"/>
    <p:sldId id="258" r:id="rId5"/>
    <p:sldId id="262" r:id="rId6"/>
    <p:sldId id="259" r:id="rId7"/>
    <p:sldId id="260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F6FDA6-0D6A-4597-A732-5CBC71724CDA}" type="datetimeFigureOut">
              <a:rPr lang="de-DE" smtClean="0"/>
              <a:t>20.03.2026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66369B-F521-4A54-8E7A-0C98057A3B2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32872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B42577-1FA2-42C7-9E47-9CB6E13CDB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005FF6F-2355-686C-5FEE-368C6392ED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2A18E6B-5DE5-3183-152B-F9AD04304D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CC8E3-8B86-4C26-9958-4FB51168DB07}" type="datetimeFigureOut">
              <a:rPr lang="de-DE" smtClean="0"/>
              <a:t>20.03.2026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3DFD8F0-687D-772A-AC5A-D4A706E071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DCD3411-009D-D91B-9D82-F9BB7730D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07D397-DC65-4305-8C59-DEADE5E29FE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633758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4A4646-BDA6-D468-7B4A-397B8ABC38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03D7EB6-6761-42B7-F60F-E49037BD6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BBD68BF-9FBF-49EB-03A2-4DEE49D841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CC8E3-8B86-4C26-9958-4FB51168DB07}" type="datetimeFigureOut">
              <a:rPr lang="de-DE" smtClean="0"/>
              <a:t>20.03.2026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5A824BE-6E70-52CA-20CE-29EE293ECD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9F0AE7F-E53F-AD49-61A9-C689E78D5E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07D397-DC65-4305-8C59-DEADE5E29FE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01468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F89F35-A46B-0F75-D435-24BD5A30A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F8F60D7-7F6E-86AC-8080-53A1938618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FF3550A-2109-62E4-F1D7-EC0E1EFB9A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CC8E3-8B86-4C26-9958-4FB51168DB07}" type="datetimeFigureOut">
              <a:rPr lang="de-DE" smtClean="0"/>
              <a:t>20.03.2026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4088FAA-F176-1A78-11DF-4C3B07FB20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384B214-79F3-489D-C376-EC517963E9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07D397-DC65-4305-8C59-DEADE5E29FE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340752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85429E-1311-F36B-BF21-A5859E4BC3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F60C8E5-0F2D-56B0-42ED-4A98D5E15D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1A11E3F-CD67-7524-5851-BAA9FC1EAF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3F3D053-23FA-90CF-2EC9-F83997ECF0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CC8E3-8B86-4C26-9958-4FB51168DB07}" type="datetimeFigureOut">
              <a:rPr lang="de-DE" smtClean="0"/>
              <a:t>20.03.2026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BA38F40-FF57-D23F-9BE0-30C7B2E9A1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F17491D-6278-6A12-4B47-CCBC44683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07D397-DC65-4305-8C59-DEADE5E29FE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50984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D07B0FB-0604-3338-18BF-6BC163F979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2D837BF-F998-FB4B-1F39-476C0F02DE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0B39895E-8A3E-CC00-B2DE-5C1E4DBF3E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F4508FA9-EEC7-7757-E40B-6138FEA67A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84029139-029A-6177-C720-1DD0C86AC9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40AF0E26-F35B-A153-074B-C678977958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CC8E3-8B86-4C26-9958-4FB51168DB07}" type="datetimeFigureOut">
              <a:rPr lang="de-DE" smtClean="0"/>
              <a:t>20.03.2026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D804E808-3E3B-4A29-DED0-67C8AD88A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42E87817-80C7-B56C-E6BB-F96E5670CE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07D397-DC65-4305-8C59-DEADE5E29FE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800499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D99FEC9-8E36-61AC-9B40-9FE94C4A7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00178E6-FBFA-BA80-81BD-F0C903909B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CC8E3-8B86-4C26-9958-4FB51168DB07}" type="datetimeFigureOut">
              <a:rPr lang="de-DE" smtClean="0"/>
              <a:t>20.03.2026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C04A6EB-967E-8566-DDD3-55E9738A8E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B365DE2-7BB0-9567-5DEE-C85DA0122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07D397-DC65-4305-8C59-DEADE5E29FE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901097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FEFAC0E-37ED-F3EC-1C5C-5F3FDC9FD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CC8E3-8B86-4C26-9958-4FB51168DB07}" type="datetimeFigureOut">
              <a:rPr lang="de-DE" smtClean="0"/>
              <a:t>20.03.2026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1EC6FFD0-5CC2-A17A-29B9-655E8ABF13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C1DE84A-8626-7CDB-83BB-E1B679DDB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07D397-DC65-4305-8C59-DEADE5E29FE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860112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9A74EF-91FB-348B-E106-6D1C71AFC7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4D8926F-0AE1-7247-0192-C8F8519247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4A57CBB-A458-41A2-0F0C-1FD035B174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524BBE1-CDC4-7476-8A1C-EC0D8C6B96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CC8E3-8B86-4C26-9958-4FB51168DB07}" type="datetimeFigureOut">
              <a:rPr lang="de-DE" smtClean="0"/>
              <a:t>20.03.2026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ED5F515-75B7-B63F-0C0A-1CE49634D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D95DBA1-7400-7EB9-03B4-78070A47BD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07D397-DC65-4305-8C59-DEADE5E29FE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750258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B02B41-9462-389E-7F6D-ACED495940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B6C68027-E9E9-613D-6168-3B025B7658B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0C3E3E24-B245-C364-E9B4-ADDD2433A1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9CEE303-8E09-8982-7C64-D957F28D65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CC8E3-8B86-4C26-9958-4FB51168DB07}" type="datetimeFigureOut">
              <a:rPr lang="de-DE" smtClean="0"/>
              <a:t>20.03.2026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E7DBB6F-405D-F385-2483-C913DB5DDD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11211CE-356D-239B-0029-3A51D29996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07D397-DC65-4305-8C59-DEADE5E29FE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607580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C156FBF-78C4-2E4F-11AF-DCF4E96ACD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B39ED72E-C9E3-43A0-0339-5B6B4A1628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80FA7DF-A98A-3D13-F4A1-E82A491E4F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CC8E3-8B86-4C26-9958-4FB51168DB07}" type="datetimeFigureOut">
              <a:rPr lang="de-DE" smtClean="0"/>
              <a:t>20.03.2026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1B52BBD-9329-6721-5F8E-97CA4A504E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497D67F-6032-98FC-17B2-7F60B55C7B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07D397-DC65-4305-8C59-DEADE5E29FE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509244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0F555B0-56EE-6F68-E8AF-2818748E701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7E6A1CE-18EF-D91F-D293-83DC5E72A4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84AC24B-F37B-F54B-F159-8BFA2295C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CC8E3-8B86-4C26-9958-4FB51168DB07}" type="datetimeFigureOut">
              <a:rPr lang="de-DE" smtClean="0"/>
              <a:t>20.03.2026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28FDEE5-DDF3-AB19-FC9F-1B4F172CA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2B29BB2-3F32-E34F-6AB4-4A54B6D8A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07D397-DC65-4305-8C59-DEADE5E29FE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485264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ACAEDB7-4072-5897-3AF2-8117338F9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522E162-9FC6-A9CD-AFE7-D456D89641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F30B47E-3815-7E9D-6890-D748C1D783D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9CC8E3-8B86-4C26-9958-4FB51168DB07}" type="datetimeFigureOut">
              <a:rPr lang="de-DE" smtClean="0"/>
              <a:t>20.03.2026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14C9F06-3844-9A50-4700-DC3D5AC31E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D943736-96F9-5ED8-8085-5A3CD1FCA8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07D397-DC65-4305-8C59-DEADE5E29FE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719992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3D0774-18A2-673D-283B-1C04DB3635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68362"/>
            <a:ext cx="9144000" cy="2387600"/>
          </a:xfrm>
        </p:spPr>
        <p:txBody>
          <a:bodyPr>
            <a:normAutofit/>
          </a:bodyPr>
          <a:lstStyle/>
          <a:p>
            <a:r>
              <a:rPr lang="de-DE" sz="10000" dirty="0">
                <a:latin typeface="Impact" panose="020B0806030902050204" pitchFamily="34" charset="0"/>
              </a:rPr>
              <a:t>Kettenfahrzeug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3304FBE-99DF-EE64-5EB2-94852307E7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12585"/>
            <a:ext cx="9144000" cy="587407"/>
          </a:xfrm>
        </p:spPr>
        <p:txBody>
          <a:bodyPr/>
          <a:lstStyle/>
          <a:p>
            <a:r>
              <a:rPr lang="de-DE" dirty="0" err="1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Semsterprojekt</a:t>
            </a:r>
            <a:r>
              <a:rPr lang="de-DE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 von Lasse, Hossein, Julian</a:t>
            </a: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2B753068-DCEB-B788-AD32-F324BF9F36F0}"/>
              </a:ext>
            </a:extLst>
          </p:cNvPr>
          <p:cNvCxnSpPr/>
          <p:nvPr/>
        </p:nvCxnSpPr>
        <p:spPr>
          <a:xfrm>
            <a:off x="1698171" y="3429000"/>
            <a:ext cx="871479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9518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3D0774-18A2-673D-283B-1C04DB3635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-689850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de-DE" sz="10000" dirty="0">
                <a:latin typeface="Impact" panose="020B0806030902050204" pitchFamily="34" charset="0"/>
              </a:rPr>
              <a:t>Inhaltsverzeichnis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3304FBE-99DF-EE64-5EB2-94852307E7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98849" y="2533472"/>
            <a:ext cx="9144000" cy="1791056"/>
          </a:xfrm>
        </p:spPr>
        <p:txBody>
          <a:bodyPr>
            <a:noAutofit/>
          </a:bodyPr>
          <a:lstStyle/>
          <a:p>
            <a:pPr marL="514350" indent="-514350" algn="l">
              <a:buFont typeface="+mj-lt"/>
              <a:buAutoNum type="arabicPeriod"/>
            </a:pPr>
            <a:r>
              <a:rPr lang="de-DE" sz="3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Konstruktion und Planung</a:t>
            </a:r>
          </a:p>
          <a:p>
            <a:pPr marL="514350" indent="-514350" algn="l">
              <a:buFont typeface="+mj-lt"/>
              <a:buAutoNum type="arabicPeriod"/>
            </a:pPr>
            <a:r>
              <a:rPr lang="de-DE" sz="3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Elektronik und Verkabelung</a:t>
            </a:r>
          </a:p>
          <a:p>
            <a:pPr marL="514350" indent="-514350" algn="l">
              <a:buFont typeface="+mj-lt"/>
              <a:buAutoNum type="arabicPeriod"/>
            </a:pPr>
            <a:r>
              <a:rPr lang="de-DE" sz="3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Programmierung</a:t>
            </a: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2B753068-DCEB-B788-AD32-F324BF9F36F0}"/>
              </a:ext>
            </a:extLst>
          </p:cNvPr>
          <p:cNvCxnSpPr/>
          <p:nvPr/>
        </p:nvCxnSpPr>
        <p:spPr>
          <a:xfrm>
            <a:off x="1698171" y="1870788"/>
            <a:ext cx="871479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88781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3D0774-18A2-673D-283B-1C04DB3635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269579"/>
            <a:ext cx="9144000" cy="2387600"/>
          </a:xfrm>
        </p:spPr>
        <p:txBody>
          <a:bodyPr>
            <a:normAutofit/>
          </a:bodyPr>
          <a:lstStyle/>
          <a:p>
            <a:r>
              <a:rPr lang="de-DE" sz="10000" dirty="0">
                <a:latin typeface="Impact" panose="020B0806030902050204" pitchFamily="34" charset="0"/>
              </a:rPr>
              <a:t>Konstruktion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3304FBE-99DF-EE64-5EB2-94852307E7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59635"/>
            <a:ext cx="9144000" cy="1791056"/>
          </a:xfrm>
        </p:spPr>
        <p:txBody>
          <a:bodyPr>
            <a:noAutofit/>
          </a:bodyPr>
          <a:lstStyle/>
          <a:p>
            <a:r>
              <a:rPr lang="de-DE" sz="3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Lasse</a:t>
            </a: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2B753068-DCEB-B788-AD32-F324BF9F36F0}"/>
              </a:ext>
            </a:extLst>
          </p:cNvPr>
          <p:cNvCxnSpPr/>
          <p:nvPr/>
        </p:nvCxnSpPr>
        <p:spPr>
          <a:xfrm>
            <a:off x="1698171" y="3830217"/>
            <a:ext cx="871479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064638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3D0774-18A2-673D-283B-1C04DB3635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-689850"/>
            <a:ext cx="9144000" cy="2387600"/>
          </a:xfrm>
        </p:spPr>
        <p:txBody>
          <a:bodyPr>
            <a:normAutofit/>
          </a:bodyPr>
          <a:lstStyle/>
          <a:p>
            <a:r>
              <a:rPr lang="de-DE" sz="10000" dirty="0">
                <a:latin typeface="Impact" panose="020B0806030902050204" pitchFamily="34" charset="0"/>
              </a:rPr>
              <a:t>Konstruktion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3304FBE-99DF-EE64-5EB2-94852307E7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98849" y="2533472"/>
            <a:ext cx="9144000" cy="1791056"/>
          </a:xfrm>
        </p:spPr>
        <p:txBody>
          <a:bodyPr>
            <a:noAutofit/>
          </a:bodyPr>
          <a:lstStyle/>
          <a:p>
            <a:pPr algn="l"/>
            <a:r>
              <a:rPr lang="de-DE" sz="3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Lasse Stichpunkte</a:t>
            </a:r>
          </a:p>
          <a:p>
            <a:pPr algn="l"/>
            <a:endParaRPr lang="de-DE" sz="3000" dirty="0">
              <a:latin typeface="Liberation Sans" panose="020B0604020202020204" pitchFamily="34" charset="0"/>
              <a:ea typeface="Liberation Sans" panose="020B0604020202020204" pitchFamily="34" charset="0"/>
              <a:cs typeface="Liberation Sans" panose="020B0604020202020204" pitchFamily="34" charset="0"/>
            </a:endParaRPr>
          </a:p>
          <a:p>
            <a:pPr algn="l"/>
            <a:r>
              <a:rPr lang="de-DE" sz="3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Evtl. Bilder</a:t>
            </a:r>
          </a:p>
          <a:p>
            <a:pPr algn="l"/>
            <a:r>
              <a:rPr lang="de-DE" sz="3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-&gt; Fortschritt (frühere Modelle)</a:t>
            </a: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2B753068-DCEB-B788-AD32-F324BF9F36F0}"/>
              </a:ext>
            </a:extLst>
          </p:cNvPr>
          <p:cNvCxnSpPr/>
          <p:nvPr/>
        </p:nvCxnSpPr>
        <p:spPr>
          <a:xfrm>
            <a:off x="1698171" y="1870788"/>
            <a:ext cx="871479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85461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3D0774-18A2-673D-283B-1C04DB3635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269579"/>
            <a:ext cx="9144000" cy="2387600"/>
          </a:xfrm>
        </p:spPr>
        <p:txBody>
          <a:bodyPr>
            <a:normAutofit/>
          </a:bodyPr>
          <a:lstStyle/>
          <a:p>
            <a:r>
              <a:rPr lang="de-DE" sz="10000" dirty="0">
                <a:latin typeface="Impact" panose="020B0806030902050204" pitchFamily="34" charset="0"/>
              </a:rPr>
              <a:t>Elektronik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3304FBE-99DF-EE64-5EB2-94852307E7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59635"/>
            <a:ext cx="9144000" cy="1791056"/>
          </a:xfrm>
        </p:spPr>
        <p:txBody>
          <a:bodyPr>
            <a:noAutofit/>
          </a:bodyPr>
          <a:lstStyle/>
          <a:p>
            <a:r>
              <a:rPr lang="de-DE" sz="3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Julian</a:t>
            </a: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2B753068-DCEB-B788-AD32-F324BF9F36F0}"/>
              </a:ext>
            </a:extLst>
          </p:cNvPr>
          <p:cNvCxnSpPr/>
          <p:nvPr/>
        </p:nvCxnSpPr>
        <p:spPr>
          <a:xfrm>
            <a:off x="1698171" y="3830217"/>
            <a:ext cx="871479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8976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3D0774-18A2-673D-283B-1C04DB3635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-689850"/>
            <a:ext cx="9144000" cy="2387600"/>
          </a:xfrm>
        </p:spPr>
        <p:txBody>
          <a:bodyPr>
            <a:normAutofit/>
          </a:bodyPr>
          <a:lstStyle/>
          <a:p>
            <a:r>
              <a:rPr lang="de-DE" sz="10000" dirty="0">
                <a:latin typeface="Impact" panose="020B0806030902050204" pitchFamily="34" charset="0"/>
              </a:rPr>
              <a:t>Elektronik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3304FBE-99DF-EE64-5EB2-94852307E7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98849" y="2533471"/>
            <a:ext cx="9144000" cy="3848665"/>
          </a:xfrm>
        </p:spPr>
        <p:txBody>
          <a:bodyPr>
            <a:noAutofit/>
          </a:bodyPr>
          <a:lstStyle/>
          <a:p>
            <a:pPr marL="342900" indent="-342900" algn="l">
              <a:buFont typeface="Wingdings" panose="05000000000000000000" pitchFamily="2" charset="2"/>
              <a:buChar char="v"/>
            </a:pPr>
            <a:r>
              <a:rPr lang="de-DE" sz="2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11.1V 3500mAh - Akku</a:t>
            </a:r>
          </a:p>
          <a:p>
            <a:pPr marL="342900" indent="-342900" algn="l">
              <a:buFont typeface="Wingdings" panose="05000000000000000000" pitchFamily="2" charset="2"/>
              <a:buChar char="v"/>
            </a:pPr>
            <a:endParaRPr lang="de-DE" sz="2000" dirty="0">
              <a:latin typeface="Liberation Sans" panose="020B0604020202020204" pitchFamily="34" charset="0"/>
              <a:ea typeface="Liberation Sans" panose="020B0604020202020204" pitchFamily="34" charset="0"/>
              <a:cs typeface="Liberation Sans" panose="020B0604020202020204" pitchFamily="34" charset="0"/>
            </a:endParaRPr>
          </a:p>
          <a:p>
            <a:pPr marL="342900" indent="-342900" algn="l">
              <a:buFont typeface="Wingdings" panose="05000000000000000000" pitchFamily="2" charset="2"/>
              <a:buChar char="v"/>
            </a:pPr>
            <a:r>
              <a:rPr lang="de-DE" sz="2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2x BTS7960 43A – H-Brücke</a:t>
            </a:r>
          </a:p>
          <a:p>
            <a:pPr marL="342900" indent="-342900" algn="l">
              <a:buFont typeface="Wingdings" panose="05000000000000000000" pitchFamily="2" charset="2"/>
              <a:buChar char="v"/>
            </a:pPr>
            <a:endParaRPr lang="de-DE" sz="2000" dirty="0">
              <a:latin typeface="Liberation Sans" panose="020B0604020202020204" pitchFamily="34" charset="0"/>
              <a:ea typeface="Liberation Sans" panose="020B0604020202020204" pitchFamily="34" charset="0"/>
              <a:cs typeface="Liberation Sans" panose="020B0604020202020204" pitchFamily="34" charset="0"/>
            </a:endParaRPr>
          </a:p>
          <a:p>
            <a:pPr marL="342900" indent="-342900" algn="l">
              <a:buFont typeface="Wingdings" panose="05000000000000000000" pitchFamily="2" charset="2"/>
              <a:buChar char="v"/>
            </a:pPr>
            <a:r>
              <a:rPr lang="de-DE" sz="2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2x JGB37-520 12V Motor</a:t>
            </a:r>
          </a:p>
          <a:p>
            <a:pPr marL="342900" indent="-342900" algn="l">
              <a:buFont typeface="Wingdings" panose="05000000000000000000" pitchFamily="2" charset="2"/>
              <a:buChar char="v"/>
            </a:pPr>
            <a:endParaRPr lang="de-DE" sz="2000" dirty="0">
              <a:latin typeface="Liberation Sans" panose="020B0604020202020204" pitchFamily="34" charset="0"/>
              <a:ea typeface="Liberation Sans" panose="020B0604020202020204" pitchFamily="34" charset="0"/>
              <a:cs typeface="Liberation Sans" panose="020B0604020202020204" pitchFamily="34" charset="0"/>
            </a:endParaRPr>
          </a:p>
          <a:p>
            <a:pPr marL="342900" indent="-342900" algn="l">
              <a:buFont typeface="Wingdings" panose="05000000000000000000" pitchFamily="2" charset="2"/>
              <a:buChar char="v"/>
            </a:pPr>
            <a:r>
              <a:rPr lang="de-DE" sz="2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LM2596 – Buck-Converter</a:t>
            </a:r>
          </a:p>
          <a:p>
            <a:pPr marL="342900" indent="-342900" algn="l">
              <a:buFont typeface="Wingdings" panose="05000000000000000000" pitchFamily="2" charset="2"/>
              <a:buChar char="v"/>
            </a:pPr>
            <a:endParaRPr lang="de-DE" sz="2000" dirty="0">
              <a:latin typeface="Liberation Sans" panose="020B0604020202020204" pitchFamily="34" charset="0"/>
              <a:ea typeface="Liberation Sans" panose="020B0604020202020204" pitchFamily="34" charset="0"/>
              <a:cs typeface="Liberation Sans" panose="020B0604020202020204" pitchFamily="34" charset="0"/>
            </a:endParaRPr>
          </a:p>
          <a:p>
            <a:pPr marL="342900" indent="-342900" algn="l">
              <a:buFont typeface="Wingdings" panose="05000000000000000000" pitchFamily="2" charset="2"/>
              <a:buChar char="v"/>
            </a:pPr>
            <a:r>
              <a:rPr lang="de-DE" sz="2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ESP32 Dev-Module (38 Pins)</a:t>
            </a: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2B753068-DCEB-B788-AD32-F324BF9F36F0}"/>
              </a:ext>
            </a:extLst>
          </p:cNvPr>
          <p:cNvCxnSpPr/>
          <p:nvPr/>
        </p:nvCxnSpPr>
        <p:spPr>
          <a:xfrm>
            <a:off x="1698171" y="1870788"/>
            <a:ext cx="871479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" name="Grafik 5" descr="Ein Bild, das Text, Allgemeine Versorgung, Büroausstattung, Etikett enthält.&#10;&#10;KI-generierte Inhalte können fehlerhaft sein.">
            <a:extLst>
              <a:ext uri="{FF2B5EF4-FFF2-40B4-BE49-F238E27FC236}">
                <a16:creationId xmlns:a16="http://schemas.microsoft.com/office/drawing/2014/main" id="{B109BC79-F612-DA75-4651-5C4278F2E9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9768" y="1955711"/>
            <a:ext cx="2232463" cy="1777916"/>
          </a:xfrm>
          <a:prstGeom prst="rect">
            <a:avLst/>
          </a:prstGeom>
        </p:spPr>
      </p:pic>
      <p:pic>
        <p:nvPicPr>
          <p:cNvPr id="8" name="Grafik 7" descr="Ein Bild, das Elektronik, Elektronisches Bauteil, Elektrisches Bauelement, Schaltung enthält.&#10;&#10;KI-generierte Inhalte können fehlerhaft sein.">
            <a:extLst>
              <a:ext uri="{FF2B5EF4-FFF2-40B4-BE49-F238E27FC236}">
                <a16:creationId xmlns:a16="http://schemas.microsoft.com/office/drawing/2014/main" id="{AF376ADC-B7DD-2D3B-0180-9FCFD057D9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7044" y="4279431"/>
            <a:ext cx="1776107" cy="1535419"/>
          </a:xfrm>
          <a:prstGeom prst="rect">
            <a:avLst/>
          </a:prstGeom>
        </p:spPr>
      </p:pic>
      <p:pic>
        <p:nvPicPr>
          <p:cNvPr id="10" name="Grafik 9" descr="Ein Bild, das Elektronik, Elektrisches Bauelement, Elektronisches Bauteil, Schaltung enthält.&#10;&#10;KI-generierte Inhalte können fehlerhaft sein.">
            <a:extLst>
              <a:ext uri="{FF2B5EF4-FFF2-40B4-BE49-F238E27FC236}">
                <a16:creationId xmlns:a16="http://schemas.microsoft.com/office/drawing/2014/main" id="{2C6DB4DF-7CAC-76B2-14FF-CF0AFF5F5D6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2633" y="2043827"/>
            <a:ext cx="2232464" cy="2050686"/>
          </a:xfrm>
          <a:prstGeom prst="rect">
            <a:avLst/>
          </a:prstGeom>
        </p:spPr>
      </p:pic>
      <p:pic>
        <p:nvPicPr>
          <p:cNvPr id="12" name="Grafik 11" descr="Ein Bild, das Röhre enthält.&#10;&#10;KI-generierte Inhalte können fehlerhaft sein.">
            <a:extLst>
              <a:ext uri="{FF2B5EF4-FFF2-40B4-BE49-F238E27FC236}">
                <a16:creationId xmlns:a16="http://schemas.microsoft.com/office/drawing/2014/main" id="{5D354501-3BFF-6440-5702-C64F04BF6ED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9297" y="3307658"/>
            <a:ext cx="1228602" cy="2233822"/>
          </a:xfrm>
          <a:prstGeom prst="rect">
            <a:avLst/>
          </a:prstGeom>
        </p:spPr>
      </p:pic>
      <p:pic>
        <p:nvPicPr>
          <p:cNvPr id="14" name="Grafik 13" descr="Ein Bild, das Elektronik, Computerkomponenten, Elektronisches Bauteil, Elektrisches Bauelement enthält.&#10;&#10;KI-generierte Inhalte können fehlerhaft sein.">
            <a:extLst>
              <a:ext uri="{FF2B5EF4-FFF2-40B4-BE49-F238E27FC236}">
                <a16:creationId xmlns:a16="http://schemas.microsoft.com/office/drawing/2014/main" id="{6B30D8AC-25CB-8DC9-7B69-C7A7727C16F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09513" y="5087251"/>
            <a:ext cx="1619317" cy="1455197"/>
          </a:xfrm>
          <a:prstGeom prst="rect">
            <a:avLst/>
          </a:prstGeom>
        </p:spPr>
      </p:pic>
      <p:sp>
        <p:nvSpPr>
          <p:cNvPr id="15" name="Textfeld 14">
            <a:extLst>
              <a:ext uri="{FF2B5EF4-FFF2-40B4-BE49-F238E27FC236}">
                <a16:creationId xmlns:a16="http://schemas.microsoft.com/office/drawing/2014/main" id="{D3227EC0-6C59-6CD2-5D53-172A65B2C243}"/>
              </a:ext>
            </a:extLst>
          </p:cNvPr>
          <p:cNvSpPr txBox="1"/>
          <p:nvPr/>
        </p:nvSpPr>
        <p:spPr>
          <a:xfrm>
            <a:off x="233265" y="6456784"/>
            <a:ext cx="52997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*Alle aufgeführten Bauteile stammen von Aliexpress</a:t>
            </a:r>
          </a:p>
        </p:txBody>
      </p:sp>
    </p:spTree>
    <p:extLst>
      <p:ext uri="{BB962C8B-B14F-4D97-AF65-F5344CB8AC3E}">
        <p14:creationId xmlns:p14="http://schemas.microsoft.com/office/powerpoint/2010/main" val="13795363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nhaltsplatzhalter 4" descr="Ein Bild, das Text, Diagramm, Plan, technische Zeichnung enthält.&#10;&#10;KI-generierte Inhalte können fehlerhaft sein.">
            <a:extLst>
              <a:ext uri="{FF2B5EF4-FFF2-40B4-BE49-F238E27FC236}">
                <a16:creationId xmlns:a16="http://schemas.microsoft.com/office/drawing/2014/main" id="{7B82A2CC-6A98-31A3-AE4C-FB7D82868B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112" t="12063" r="21627" b="12230"/>
          <a:stretch/>
        </p:blipFill>
        <p:spPr>
          <a:xfrm>
            <a:off x="2166061" y="-136062"/>
            <a:ext cx="7859877" cy="6994062"/>
          </a:xfr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84DDF3DC-E437-73A9-3E48-A989147B64CA}"/>
              </a:ext>
            </a:extLst>
          </p:cNvPr>
          <p:cNvSpPr txBox="1"/>
          <p:nvPr/>
        </p:nvSpPr>
        <p:spPr>
          <a:xfrm>
            <a:off x="165619" y="6412077"/>
            <a:ext cx="6097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https://easyeda.com</a:t>
            </a:r>
          </a:p>
        </p:txBody>
      </p:sp>
    </p:spTree>
    <p:extLst>
      <p:ext uri="{BB962C8B-B14F-4D97-AF65-F5344CB8AC3E}">
        <p14:creationId xmlns:p14="http://schemas.microsoft.com/office/powerpoint/2010/main" val="40400447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3D0774-18A2-673D-283B-1C04DB3635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269579"/>
            <a:ext cx="9144000" cy="2387600"/>
          </a:xfrm>
        </p:spPr>
        <p:txBody>
          <a:bodyPr>
            <a:normAutofit fontScale="90000"/>
          </a:bodyPr>
          <a:lstStyle/>
          <a:p>
            <a:br>
              <a:rPr lang="de-DE" sz="10000" dirty="0">
                <a:latin typeface="Impact" panose="020B0806030902050204" pitchFamily="34" charset="0"/>
              </a:rPr>
            </a:br>
            <a:r>
              <a:rPr lang="de-DE" sz="10000" dirty="0">
                <a:latin typeface="Impact" panose="020B0806030902050204" pitchFamily="34" charset="0"/>
              </a:rPr>
              <a:t>Programmierung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3304FBE-99DF-EE64-5EB2-94852307E7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59635"/>
            <a:ext cx="9144000" cy="1791056"/>
          </a:xfrm>
        </p:spPr>
        <p:txBody>
          <a:bodyPr>
            <a:noAutofit/>
          </a:bodyPr>
          <a:lstStyle/>
          <a:p>
            <a:r>
              <a:rPr lang="de-DE" sz="3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Hossein</a:t>
            </a: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2B753068-DCEB-B788-AD32-F324BF9F36F0}"/>
              </a:ext>
            </a:extLst>
          </p:cNvPr>
          <p:cNvCxnSpPr/>
          <p:nvPr/>
        </p:nvCxnSpPr>
        <p:spPr>
          <a:xfrm>
            <a:off x="1698171" y="3830217"/>
            <a:ext cx="871479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49177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3D0774-18A2-673D-283B-1C04DB3635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-689850"/>
            <a:ext cx="9144000" cy="2387600"/>
          </a:xfrm>
        </p:spPr>
        <p:txBody>
          <a:bodyPr>
            <a:normAutofit/>
          </a:bodyPr>
          <a:lstStyle/>
          <a:p>
            <a:r>
              <a:rPr lang="de-DE" sz="10000" dirty="0">
                <a:latin typeface="Impact" panose="020B0806030902050204" pitchFamily="34" charset="0"/>
              </a:rPr>
              <a:t>Programmierung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3304FBE-99DF-EE64-5EB2-94852307E7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98849" y="2533472"/>
            <a:ext cx="9144000" cy="1791056"/>
          </a:xfrm>
        </p:spPr>
        <p:txBody>
          <a:bodyPr>
            <a:noAutofit/>
          </a:bodyPr>
          <a:lstStyle/>
          <a:p>
            <a:pPr algn="l"/>
            <a:r>
              <a:rPr lang="de-DE" sz="3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Hossein Stichpunkte</a:t>
            </a:r>
          </a:p>
          <a:p>
            <a:pPr algn="l"/>
            <a:endParaRPr lang="de-DE" sz="3000" dirty="0">
              <a:latin typeface="Liberation Sans" panose="020B0604020202020204" pitchFamily="34" charset="0"/>
              <a:ea typeface="Liberation Sans" panose="020B0604020202020204" pitchFamily="34" charset="0"/>
              <a:cs typeface="Liberation Sans" panose="020B0604020202020204" pitchFamily="34" charset="0"/>
            </a:endParaRPr>
          </a:p>
          <a:p>
            <a:pPr algn="l"/>
            <a:r>
              <a:rPr lang="de-DE" sz="3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Code!</a:t>
            </a:r>
          </a:p>
          <a:p>
            <a:pPr algn="l"/>
            <a:r>
              <a:rPr lang="de-DE" sz="3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-&gt; Entwicklung</a:t>
            </a: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2B753068-DCEB-B788-AD32-F324BF9F36F0}"/>
              </a:ext>
            </a:extLst>
          </p:cNvPr>
          <p:cNvCxnSpPr/>
          <p:nvPr/>
        </p:nvCxnSpPr>
        <p:spPr>
          <a:xfrm>
            <a:off x="1698171" y="1870788"/>
            <a:ext cx="871479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83267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3D0774-18A2-673D-283B-1C04DB3635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-689850"/>
            <a:ext cx="9144000" cy="2387600"/>
          </a:xfrm>
        </p:spPr>
        <p:txBody>
          <a:bodyPr>
            <a:normAutofit/>
          </a:bodyPr>
          <a:lstStyle/>
          <a:p>
            <a:r>
              <a:rPr lang="de-DE" sz="10000" dirty="0">
                <a:latin typeface="Impact" panose="020B0806030902050204" pitchFamily="34" charset="0"/>
              </a:rPr>
              <a:t>Quellen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3304FBE-99DF-EE64-5EB2-94852307E7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98849" y="2533472"/>
            <a:ext cx="9144000" cy="1791056"/>
          </a:xfrm>
        </p:spPr>
        <p:txBody>
          <a:bodyPr>
            <a:noAutofit/>
          </a:bodyPr>
          <a:lstStyle/>
          <a:p>
            <a:pPr algn="l"/>
            <a:r>
              <a:rPr lang="de-DE" sz="3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Keine Ahnung, ob und wie viele Quellen wir </a:t>
            </a:r>
            <a:r>
              <a:rPr lang="de-DE" sz="300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angeben sollten</a:t>
            </a:r>
            <a:endParaRPr lang="de-DE" sz="3000" dirty="0">
              <a:latin typeface="Liberation Sans" panose="020B0604020202020204" pitchFamily="34" charset="0"/>
              <a:ea typeface="Liberation Sans" panose="020B0604020202020204" pitchFamily="34" charset="0"/>
              <a:cs typeface="Liberation Sans" panose="020B0604020202020204" pitchFamily="34" charset="0"/>
            </a:endParaRPr>
          </a:p>
          <a:p>
            <a:pPr algn="l"/>
            <a:endParaRPr lang="de-DE" sz="3000" dirty="0">
              <a:latin typeface="Liberation Sans" panose="020B0604020202020204" pitchFamily="34" charset="0"/>
              <a:ea typeface="Liberation Sans" panose="020B0604020202020204" pitchFamily="34" charset="0"/>
              <a:cs typeface="Liberation Sans" panose="020B0604020202020204" pitchFamily="34" charset="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2B753068-DCEB-B788-AD32-F324BF9F36F0}"/>
              </a:ext>
            </a:extLst>
          </p:cNvPr>
          <p:cNvCxnSpPr/>
          <p:nvPr/>
        </p:nvCxnSpPr>
        <p:spPr>
          <a:xfrm>
            <a:off x="1698171" y="1870788"/>
            <a:ext cx="871479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997310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89</Words>
  <Application>Microsoft Office PowerPoint</Application>
  <PresentationFormat>Breitbild</PresentationFormat>
  <Paragraphs>36</Paragraphs>
  <Slides>10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7" baseType="lpstr">
      <vt:lpstr>Aptos</vt:lpstr>
      <vt:lpstr>Aptos Display</vt:lpstr>
      <vt:lpstr>Arial</vt:lpstr>
      <vt:lpstr>Impact</vt:lpstr>
      <vt:lpstr>Liberation Sans</vt:lpstr>
      <vt:lpstr>Wingdings</vt:lpstr>
      <vt:lpstr>Office</vt:lpstr>
      <vt:lpstr>Kettenfahrzeug</vt:lpstr>
      <vt:lpstr>Inhaltsverzeichnis</vt:lpstr>
      <vt:lpstr>Konstruktion</vt:lpstr>
      <vt:lpstr>Konstruktion</vt:lpstr>
      <vt:lpstr>Elektronik</vt:lpstr>
      <vt:lpstr>Elektronik</vt:lpstr>
      <vt:lpstr>PowerPoint-Präsentation</vt:lpstr>
      <vt:lpstr> Programmierung</vt:lpstr>
      <vt:lpstr>Programmierung</vt:lpstr>
      <vt:lpstr>Quellen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Julian Timmann</dc:creator>
  <cp:lastModifiedBy>Julian Timmann</cp:lastModifiedBy>
  <cp:revision>1</cp:revision>
  <dcterms:created xsi:type="dcterms:W3CDTF">2026-03-20T17:23:07Z</dcterms:created>
  <dcterms:modified xsi:type="dcterms:W3CDTF">2026-03-20T18:23:10Z</dcterms:modified>
</cp:coreProperties>
</file>